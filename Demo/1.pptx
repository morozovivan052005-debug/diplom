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07" d="100"/>
          <a:sy n="107" d="100"/>
        </p:scale>
        <p:origin x="714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3D76375-9958-473C-0CD1-19A0CD754C3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404B7892-5FCF-706D-DD25-1DCC57273BD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/>
              <a:t>Образец подзаголовка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D1912749-C9B8-0078-4B17-557D1972633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DBDBB0-D424-47D4-B970-F9F957370B4B}" type="datetimeFigureOut">
              <a:rPr lang="ru-RU" smtClean="0"/>
              <a:t>21.04.2026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56EDF663-FCAC-CA86-FB50-AAB1422C15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C91D156D-723E-1132-B7FC-8B8B3E2E69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349B1F-A69B-41F8-B6C9-804D8764BDB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08872696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E4984B09-7EE9-8BAF-6E01-DC3A5082CA5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71FB8721-92B9-7E35-F1EA-6CC1B3ADD12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04BEAE90-580E-020C-2327-C6DEE09E1FC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DBDBB0-D424-47D4-B970-F9F957370B4B}" type="datetimeFigureOut">
              <a:rPr lang="ru-RU" smtClean="0"/>
              <a:t>21.04.2026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287242C4-A90F-5BAD-680D-350B1D792EB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71AA79EE-48F4-705B-B118-A2FFE532D9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349B1F-A69B-41F8-B6C9-804D8764BDB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46269639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1880DCB-3288-A4B3-C56B-39843E4CDE7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9032D738-407F-93E9-C262-691AA6A550A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A8218373-CBCA-8E65-5FD8-EA744C6D0F8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DBDBB0-D424-47D4-B970-F9F957370B4B}" type="datetimeFigureOut">
              <a:rPr lang="ru-RU" smtClean="0"/>
              <a:t>21.04.2026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D5E89967-F91D-655A-4CCE-B0D90FE8381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A884F341-E94C-E9A1-99B4-A7EA0EF05F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349B1F-A69B-41F8-B6C9-804D8764BDB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39328341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6D180A8-FE2B-AED7-37F5-5DD970980E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F25842C1-0E59-410D-DF0B-820FE3873DE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A78A850C-5F65-D183-8B87-1E2E648556E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38CB8F07-1BAE-5413-8BFF-8014F5AB2F7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DBDBB0-D424-47D4-B970-F9F957370B4B}" type="datetimeFigureOut">
              <a:rPr lang="ru-RU" smtClean="0"/>
              <a:t>21.04.2026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67F86C69-32FA-4E00-9244-84379FF85AA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02FF8AD3-2732-2985-D697-041890F8B2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349B1F-A69B-41F8-B6C9-804D8764BDB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75244762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A5503C4-8DC5-80B8-6C32-3ACE0292429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581B39BE-3C8E-0109-33EA-61A46769F75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2D90046A-B51A-092C-1EDB-5B1D4F7FDED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Текст 4">
            <a:extLst>
              <a:ext uri="{FF2B5EF4-FFF2-40B4-BE49-F238E27FC236}">
                <a16:creationId xmlns:a16="http://schemas.microsoft.com/office/drawing/2014/main" id="{FB2BEAE5-4FE1-8F48-BF57-A7A685040CD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Объект 5">
            <a:extLst>
              <a:ext uri="{FF2B5EF4-FFF2-40B4-BE49-F238E27FC236}">
                <a16:creationId xmlns:a16="http://schemas.microsoft.com/office/drawing/2014/main" id="{9FEF6C46-B73D-A46D-A6E4-919BCCFBF54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7" name="Дата 6">
            <a:extLst>
              <a:ext uri="{FF2B5EF4-FFF2-40B4-BE49-F238E27FC236}">
                <a16:creationId xmlns:a16="http://schemas.microsoft.com/office/drawing/2014/main" id="{3B2BD2BB-672F-1582-EBEB-1D49BF490F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DBDBB0-D424-47D4-B970-F9F957370B4B}" type="datetimeFigureOut">
              <a:rPr lang="ru-RU" smtClean="0"/>
              <a:t>21.04.2026</a:t>
            </a:fld>
            <a:endParaRPr lang="ru-RU"/>
          </a:p>
        </p:txBody>
      </p:sp>
      <p:sp>
        <p:nvSpPr>
          <p:cNvPr id="8" name="Нижний колонтитул 7">
            <a:extLst>
              <a:ext uri="{FF2B5EF4-FFF2-40B4-BE49-F238E27FC236}">
                <a16:creationId xmlns:a16="http://schemas.microsoft.com/office/drawing/2014/main" id="{E5AF6397-5E1E-45EF-DFFB-19259749874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>
            <a:extLst>
              <a:ext uri="{FF2B5EF4-FFF2-40B4-BE49-F238E27FC236}">
                <a16:creationId xmlns:a16="http://schemas.microsoft.com/office/drawing/2014/main" id="{4C685608-DB7D-DA5F-E585-C57FF80066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349B1F-A69B-41F8-B6C9-804D8764BDB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55633894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945D1E5-3742-D6B6-BDBF-3A32E2E5ED0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Дата 2">
            <a:extLst>
              <a:ext uri="{FF2B5EF4-FFF2-40B4-BE49-F238E27FC236}">
                <a16:creationId xmlns:a16="http://schemas.microsoft.com/office/drawing/2014/main" id="{67A1C2C8-A9B4-D7AB-617B-FBB017C1016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DBDBB0-D424-47D4-B970-F9F957370B4B}" type="datetimeFigureOut">
              <a:rPr lang="ru-RU" smtClean="0"/>
              <a:t>21.04.2026</a:t>
            </a:fld>
            <a:endParaRPr lang="ru-RU"/>
          </a:p>
        </p:txBody>
      </p:sp>
      <p:sp>
        <p:nvSpPr>
          <p:cNvPr id="4" name="Нижний колонтитул 3">
            <a:extLst>
              <a:ext uri="{FF2B5EF4-FFF2-40B4-BE49-F238E27FC236}">
                <a16:creationId xmlns:a16="http://schemas.microsoft.com/office/drawing/2014/main" id="{A08BEDB5-D1C9-388E-DF81-7A8F423C34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88089C89-82CF-665E-262B-30E8D9C228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349B1F-A69B-41F8-B6C9-804D8764BDB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63000523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>
            <a:extLst>
              <a:ext uri="{FF2B5EF4-FFF2-40B4-BE49-F238E27FC236}">
                <a16:creationId xmlns:a16="http://schemas.microsoft.com/office/drawing/2014/main" id="{CDD37581-45E2-3351-049D-F65F6A27162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DBDBB0-D424-47D4-B970-F9F957370B4B}" type="datetimeFigureOut">
              <a:rPr lang="ru-RU" smtClean="0"/>
              <a:t>21.04.2026</a:t>
            </a:fld>
            <a:endParaRPr lang="ru-RU"/>
          </a:p>
        </p:txBody>
      </p:sp>
      <p:sp>
        <p:nvSpPr>
          <p:cNvPr id="3" name="Нижний колонтитул 2">
            <a:extLst>
              <a:ext uri="{FF2B5EF4-FFF2-40B4-BE49-F238E27FC236}">
                <a16:creationId xmlns:a16="http://schemas.microsoft.com/office/drawing/2014/main" id="{A631BF1C-3A51-9B15-471E-F05AC0672B2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48710983-0C69-E7E8-C2AD-FAB87F30E1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349B1F-A69B-41F8-B6C9-804D8764BDB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21313712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5C12C55-9CF4-99C8-67AC-FECC2314B2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1E32B213-5DEE-6F82-F317-DD08E7A6EFB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70F77244-160A-1D81-C61B-B6D0E76FB3C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47B4D528-2EE4-F9FE-A795-357EA0579AF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DBDBB0-D424-47D4-B970-F9F957370B4B}" type="datetimeFigureOut">
              <a:rPr lang="ru-RU" smtClean="0"/>
              <a:t>21.04.2026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1A3DE11E-B867-06AF-FB57-9579F9BE08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92C5A508-578B-D833-44BE-1165DD4261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349B1F-A69B-41F8-B6C9-804D8764BDB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58428823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3C26039-1B29-4D10-4BBC-A5F7984B03F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Рисунок 2">
            <a:extLst>
              <a:ext uri="{FF2B5EF4-FFF2-40B4-BE49-F238E27FC236}">
                <a16:creationId xmlns:a16="http://schemas.microsoft.com/office/drawing/2014/main" id="{394847B0-0456-C1EA-B126-D32A65D5AD7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8A676286-73F7-BB80-4C03-FDFFF36965C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CEF97A79-A8B5-FE50-ADFA-50CC5790B42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DBDBB0-D424-47D4-B970-F9F957370B4B}" type="datetimeFigureOut">
              <a:rPr lang="ru-RU" smtClean="0"/>
              <a:t>21.04.2026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9A2F11D7-991B-D80E-82D2-FF97B7041C2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0A749CF1-7B22-11CE-81B5-6AB0FEDC4A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349B1F-A69B-41F8-B6C9-804D8764BDB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13357920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6313DC3-451F-76F6-D8A5-473EA080454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A04EB255-2013-5081-BE6D-ADD53000726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803C2CC6-3223-123D-AA91-EA952C4605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DBDBB0-D424-47D4-B970-F9F957370B4B}" type="datetimeFigureOut">
              <a:rPr lang="ru-RU" smtClean="0"/>
              <a:t>21.04.2026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03192002-5A4C-4C9F-1F9F-76A03AD09DC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6863B7E0-1818-1C00-47E5-C4F448D189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349B1F-A69B-41F8-B6C9-804D8764BDB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66505191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>
            <a:extLst>
              <a:ext uri="{FF2B5EF4-FFF2-40B4-BE49-F238E27FC236}">
                <a16:creationId xmlns:a16="http://schemas.microsoft.com/office/drawing/2014/main" id="{A2E10513-C684-DBD3-EDAF-0FF9C5D4D1B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D9448C23-DDAB-C877-4671-5A93172A693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45F76695-017A-F3D4-E92F-F41E49E86D2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DBDBB0-D424-47D4-B970-F9F957370B4B}" type="datetimeFigureOut">
              <a:rPr lang="ru-RU" smtClean="0"/>
              <a:t>21.04.2026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E9D1DAA2-0713-F6B0-DD92-F2B63CED50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7F073B7F-0F2F-386B-0BB6-AF0AC86BEE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349B1F-A69B-41F8-B6C9-804D8764BDB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88361184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C356FE7-B52E-EF8D-5DAE-D37C877B49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A2FFF75E-7942-2237-1057-1FFE3841A75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389E5942-E641-2E7F-1938-E047FD78761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ADBDBB0-D424-47D4-B970-F9F957370B4B}" type="datetimeFigureOut">
              <a:rPr lang="ru-RU" smtClean="0"/>
              <a:t>21.04.2026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6A7CEB7E-7E02-CD82-1E1D-2A878615736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3EC7F451-E501-FC59-D1EE-DB94473A475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2349B1F-A69B-41F8-B6C9-804D8764BDB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22572373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37F0AC0-D398-C3AB-8DEB-E8F4BDF988F4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27F92A8B-CBE3-76D7-67A7-04D3ECD6BD12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ru-RU"/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775CEDDB-0960-8A7A-9045-9CB520450E0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17828" y="0"/>
            <a:ext cx="8956344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437815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89508CD-AE5E-A18E-3D17-039029D6DFD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47AACE2A-60F0-FF0F-B3D9-4E2F5B6DAAF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ru-RU"/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D107177A-4BE3-0041-7CA6-A572ABD0290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73349" y="0"/>
            <a:ext cx="8845302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4461726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54F9249-AB69-C421-DE54-FF11DB56F3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63EF1F26-3761-697D-A0CD-BEED7130F42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ru-RU"/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0DF8AB15-3CFB-0CE2-2379-D257DD012C3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5439" y="23337"/>
            <a:ext cx="11441122" cy="68113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2576292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0D87344-A56A-FB8A-D538-3F8B1FF3DD6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7059C042-ED54-3182-B722-D0959F3C61D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ru-RU"/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39FBC3BD-3B03-46E9-68D1-947853F22F0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94624" y="285311"/>
            <a:ext cx="10402752" cy="62873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9819739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C7914EF-3188-3E8C-6B16-113E2FB144D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C73EF71F-8F32-FD62-66DD-6E41B3A146E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ru-RU"/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435D5FEC-FA79-8477-7E4F-80B6774E07E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12469" y="0"/>
            <a:ext cx="6967061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7216915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1139668-54FB-9D58-8BF4-AFCFB0F71AC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EA98A582-686A-8DD1-756F-49EAAA67656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ru-RU"/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3A79EE50-34CA-D188-8C23-9564AEC3DEA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9887" y="694943"/>
            <a:ext cx="10212225" cy="54681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40158815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51</TotalTime>
  <Words>0</Words>
  <Application>Microsoft Office PowerPoint</Application>
  <PresentationFormat>Широкоэкранный</PresentationFormat>
  <Paragraphs>0</Paragraphs>
  <Slides>6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3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6</vt:i4>
      </vt:variant>
    </vt:vector>
  </HeadingPairs>
  <TitlesOfParts>
    <vt:vector size="10" baseType="lpstr">
      <vt:lpstr>Arial</vt:lpstr>
      <vt:lpstr>Calibri</vt:lpstr>
      <vt:lpstr>Calibri Light</vt:lpstr>
      <vt:lpstr>Тема Office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Mirabelle Toiboid</dc:creator>
  <cp:lastModifiedBy>Mirabelle Toiboid</cp:lastModifiedBy>
  <cp:revision>1</cp:revision>
  <dcterms:created xsi:type="dcterms:W3CDTF">2026-04-20T22:45:31Z</dcterms:created>
  <dcterms:modified xsi:type="dcterms:W3CDTF">2026-04-20T23:37:20Z</dcterms:modified>
</cp:coreProperties>
</file>